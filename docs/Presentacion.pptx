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36576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con Autómatas Celulares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IINF-391 — 3er Parcial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Cardumen de Peces · Evacuación de Muchedumbres · Propagación de Opiniones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Autómatas Celulares?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dinámicos discretos: espacio, tiempo y estados son discretos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Definidos por una tupla (L, S, N, f): Lattice, Estados, Vecindad, Reglas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locales simples → comportamientos globales complejos (emergencia)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Ejemplos: Juego de la Vida (Conway), Regla 110 (Turing-completa), Modelo de Schelling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Vecindad de Moore (8 vecinos) y Von Neumann (4 vecinos)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 frontera: toroidal (bordes conectados) o fija (bordes como paredes)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natural para modelar sistemas complejos sin ecuaciones diferenciales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36576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Cardumen de Peces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Cardumen — Espacio Celular y Estados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Celda vacía (agua)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Ocupada por un pez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(0-7), speed (1-3)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Depredador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 (0-7), speed =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obstacle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Obstáculo fijo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Cardumen — Reglas de Transición (Boids)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Separación: Si ≥2 peces en vecindad inmediata, alejarse del promedio de posiciones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Alineación: Ajustar dirección al promedio de direcciones de vecinos (radio 2)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Cohesión: Moverse hacia centro de masa del grupo local (≥3 peces, radio configurable)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Prioridad: Depredador cercano → Evitar obstáculo → Separación → Boids combinado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Depredador: Busca pez más cercano (radio 3), avanza 2 celdas, consume al pez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discreta: SLOW = cada 2 ticks, MEDIUM = 1 celda/tick, FAST = 2 celdas/tick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configurable: toroidal (peces cruzan bordes) o fija (peces rebotan)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Cardumen — Parámetros Configurables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defecto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Cantidad de peces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— 500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Depredador activo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/ 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 obstáculos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0.05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de percepción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—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frontera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toroidal / fija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toroidal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Cardumen — Resultados Observados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progresiva de cardúmenes desde posiciones aleatorias (emergencia)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 'ola' cuando el depredador ataca: información se propaga en cadena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Peces lentos forman núcleo, rápidos lideran el movimiento (estructura natural)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Obstáculos dividen el cardumen temporalmente; subgrupos se reunifican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toroidal permite cardúmenes continuos; fija causa concentración en esquinas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36576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de Evacuación de Muchedumbres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Evacuación — Espacio Celular y Estados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Celda libre (piso)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 con estado, pánico, velocidad, visión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Pared u obstáculo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 de evacuación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Celda con fuego (se propaga)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Evacuación — Atributos de Persona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/ PANIC / FALLEN / EVACUATED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conductual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panicLevel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 [0, 1]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pánico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{1, 2}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Velocidad discreta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[3, 7]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de visión limitada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Evacuación — Reglas de Transición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potencial (BFS): distancia mínima a la salida desde cada celda vacía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recalcula cuando el fuego se propaga → rutas dinámicas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Movimiento: persona elige vecino con menor potencial = ruta óptima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Pánico: ≥3 vecinos en pánico O densidad local &gt; 0.7 → persona entra en pánico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Pánico: evaluación aleatoria en lugar de gradiente de potencial (decisión irracional)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Caída: panicLevel &gt; 0.9 con 2% probabilidad/tick → estado FALLEN (inmóvil)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Colaboración: persona NORMAL levanta vecino caído; pánico se reduce a la mitad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Fuego: cada 8 ticks, 15% probabilidad de propagar a cada vecino vacío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Evacuación — Escenarios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Habitación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Rectángulo con paredes en los bordes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1-4 salidas en paredes inferior y superior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distribuidas aleatoriamente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Fuego opcional en el centro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libre hacia salidas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Escenario: Pasillo Estrecho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417320"/>
            <a:ext cx="393192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Pared horizontal divisoria en el medio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Pasillo estrecho de solo 3 celdas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en la mitad superior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salida en la parte inferior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Fenómeno de arco: congestión en el pasillo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Evacuación — Parámetros Configurables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defecto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— 300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Salidas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/ 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 de pánico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— 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/ bottleneck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Evacuación — Resultados Observados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potencial guía eficientemente → flujos organizados hacia salidas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Congestión en salidas: atascos realistas cuando muchas personas convergen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Pánico empeora evacuación: decisiones aleatorias aumentan tiempo de salida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Colaboración reduce bloqueos: personas caídas levantadas por vecinos normales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Fuego cambia rutas dinámicamente: recalcula potencial automáticamente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Bottleneck: arco humano en pasillo estrecho, vitesse reducida significativamente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926080"/>
            <a:ext cx="9144000" cy="36576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Propagación de Opiniones (Propuesta Original)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Opiniones — Descripción del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modela la difusión de opiniones en una red social donde dos posturas (A y B) compiten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100×100 con frontera toroidal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celda = un agente con estado de opinión y nivel de convicción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Influencers: agentes con alcance amplificado (radio 5) que difunden su opinión masivamente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small-world: cada celda tiene K enlaces aleatorios a celdas distantes (long-links)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Misinformación periódica: cada 20 ticks se inyecta opinión forzada en área aleatoria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conecta con los resultados del Modelo de Schelling sobre segregación espacial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Opiniones — Estados de las Celdas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Atributos clave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opinión formada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conviction =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A_FAVORABLE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Favorece opinión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conviction, resistance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B_FAVORABLE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Favorece opinión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conviction, resistance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INDIFERENTE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Resistencia sin postura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resistance &gt; 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Agente de influencia masiva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influencerForce, opinionType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Opiniones — Reglas de Transición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Neutrales → adoptan opinión mayoritaria (≥2 vecinos con misma opinión, Moore + long-links)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con opinión → cambian si conviction &lt; threshold y mayoría opuesta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 aumenta 0.15/tick cuando están en opinión mayoritaria local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Resistencia: conviction &gt; 0.8 y resistance &gt; 0.5 → agente resiste cambios; resistance baja 0.33/tick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de eco: &gt;10 ticks con misma opinión y &gt;4 vecinos confirmando → +0.1 conviction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Influencers: afectan agentes dentro de radio 5 con conviction &lt; threshold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Misinformación: cada 20 ticks, área aleatoria de radio 2, fuerza opinion con conviction=0.6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Opiniones — Parámetros Configurables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Parámetro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defecto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8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 opinión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— 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 opinión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— 0.50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Umbral de convicción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— 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Long-links (K)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Misinformación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/ 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Opiniones — Resultados Observados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gradual de clusters homogéneos (polarización espacial)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actúan como núcleos de difusión que expanden su opinión rápidamente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influencers cercanos con opiniones opuestas → frontera inestable con cambios frecuentes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Misinformación crea 'islas' temporales de opinión que persisten o son absorbidas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Cámara de eco: regiones estables con alta conviction resisten el cambio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Long-links impiden monopolio local: opiniones minoritarias se propagan a áreas distantes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 Implementación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Lenguaje: TypeScript 5.x con Vite 8.x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base genérica CellularAutomaton&lt;T&gt; con vecindad Moore/VonNeumann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derivadas: FishSchool, CrowdEvacuation, OpinionSpread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Renderización: Canvas API con efectos visuales (glow, pulsación, degradados)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en tiempo real: Chart.js (evacuados, pánico, opiniones)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interactivos: sliders, toggles, clicks en canvas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pestañas con simulaciones independientes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https://github.com/ronaldmendzas/simulacionfinal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implementaron 3 simulaciones de AC bidimensionales con propiedades emergentes verificables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Cardumen: separación + alineación + cohesión generan movimiento coordinado sin dirección central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Evacuación: pánico empeora tiempos, colaboración reduce bloqueos, bottleneck genera arco humano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Opiniones: la dinámica de redes sociales genera polarización desde preferencias moderadas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3 modelos cumplen los requisitos del instructivo: grilla 2D, estados definidos, reglas explícitas, vecindades, parámetros configurables, visualización interactiva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simulaciones demuestran que reglas locales simples producen comportamientos complejos observables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88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8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8288"/>
          </a:xfrm>
          <a:prstGeom prst="rect">
            <a:avLst/>
          </a:prstGeom>
          <a:solidFill>
            <a:srgbClr val="1488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J. Von Neumann, Theory of Self-Reproducing Automata, Univ. Illinois Press, 1966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S. Wolfram, A New Kind of Science, Wolfram Media, 2002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C. W. Reynolds, "Flocks, herds and schools," ACM SIGGRAPH, 1987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P. Bak, How Nature Works, Copernicus Press, 1996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T. C. Schelling, "Dynamic models of segregation," J. Math. Sociology, 1971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P. C. Tissera et al., "Evacuation simulations using cellular automata," JCS&amp;T, 2007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M. Batty, Cities and Complexity, MIT Press, 2005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7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D. J. Watts &amp; S. H. Strogatz, "Collective dynamics of small-world networks," Nature, 1998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Simulación con Autómatas Celulares</dc:title>
  <dc:subject>3er Parcial</dc:subject>
  <dc:creator>IINF-391</dc:creator>
  <cp:lastModifiedBy>IINF-391</cp:lastModifiedBy>
  <cp:revision>1</cp:revision>
  <dcterms:created xsi:type="dcterms:W3CDTF">2026-06-07T08:23:52Z</dcterms:created>
  <dcterms:modified xsi:type="dcterms:W3CDTF">2026-06-07T08:23:52Z</dcterms:modified>
</cp:coreProperties>
</file>